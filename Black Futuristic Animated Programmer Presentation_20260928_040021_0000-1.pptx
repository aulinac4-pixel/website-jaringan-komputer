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omorrow Bold" charset="1" panose="00000000000000000000"/>
      <p:regular r:id="rId15"/>
    </p:embeddedFont>
    <p:embeddedFont>
      <p:font typeface="Tomorrow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9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71625" y="1418952"/>
            <a:ext cx="8744749" cy="87447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313030">
                      <a:alpha val="100000"/>
                    </a:srgbClr>
                  </a:gs>
                  <a:gs pos="100000">
                    <a:srgbClr val="080808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8243" y="2821928"/>
            <a:ext cx="6391514" cy="639151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0" cap="sq">
              <a:gradFill>
                <a:gsLst>
                  <a:gs pos="0">
                    <a:srgbClr val="585858">
                      <a:alpha val="100000"/>
                    </a:srgbClr>
                  </a:gs>
                  <a:gs pos="100000">
                    <a:srgbClr val="080808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860227" y="92150"/>
            <a:ext cx="2028199" cy="1126777"/>
          </a:xfrm>
          <a:custGeom>
            <a:avLst/>
            <a:gdLst/>
            <a:ahLst/>
            <a:cxnLst/>
            <a:rect r="r" b="b" t="t" l="l"/>
            <a:pathLst>
              <a:path h="1126777" w="2028199">
                <a:moveTo>
                  <a:pt x="0" y="0"/>
                </a:moveTo>
                <a:lnTo>
                  <a:pt x="2028199" y="0"/>
                </a:lnTo>
                <a:lnTo>
                  <a:pt x="2028199" y="1126777"/>
                </a:lnTo>
                <a:lnTo>
                  <a:pt x="0" y="1126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00250" y="-111743"/>
            <a:ext cx="1576063" cy="1576063"/>
          </a:xfrm>
          <a:custGeom>
            <a:avLst/>
            <a:gdLst/>
            <a:ahLst/>
            <a:cxnLst/>
            <a:rect r="r" b="b" t="t" l="l"/>
            <a:pathLst>
              <a:path h="1576063" w="1576063">
                <a:moveTo>
                  <a:pt x="0" y="0"/>
                </a:moveTo>
                <a:lnTo>
                  <a:pt x="1576062" y="0"/>
                </a:lnTo>
                <a:lnTo>
                  <a:pt x="1576062" y="1576062"/>
                </a:lnTo>
                <a:lnTo>
                  <a:pt x="0" y="1576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85199" y="-102218"/>
            <a:ext cx="1454951" cy="1454951"/>
          </a:xfrm>
          <a:custGeom>
            <a:avLst/>
            <a:gdLst/>
            <a:ahLst/>
            <a:cxnLst/>
            <a:rect r="r" b="b" t="t" l="l"/>
            <a:pathLst>
              <a:path h="1454951" w="1454951">
                <a:moveTo>
                  <a:pt x="0" y="0"/>
                </a:moveTo>
                <a:lnTo>
                  <a:pt x="1454951" y="0"/>
                </a:lnTo>
                <a:lnTo>
                  <a:pt x="1454951" y="1454951"/>
                </a:lnTo>
                <a:lnTo>
                  <a:pt x="0" y="14549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01478" y="4212255"/>
            <a:ext cx="17567442" cy="27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8"/>
              </a:lnSpc>
              <a:spcBef>
                <a:spcPct val="0"/>
              </a:spcBef>
            </a:pPr>
            <a:r>
              <a:rPr lang="en-US" b="true" sz="7949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MERANGKAI KABEL LAN CROSSOVER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69727" y="7141453"/>
            <a:ext cx="5670030" cy="40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  <a:spcBef>
                <a:spcPct val="0"/>
              </a:spcBef>
            </a:pPr>
            <a:r>
              <a:rPr lang="en-US" sz="2295" spc="183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&amp;SHARING 2 PC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48243" y="3666879"/>
            <a:ext cx="6391514" cy="4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2828" spc="7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PRAKTIKUM JARINGAN KOMPUTER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8243" y="9333824"/>
            <a:ext cx="97862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spc="61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Dosen : Dr. Ali Firdaus,S.Kom.,M.Kom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8685" y="1951956"/>
            <a:ext cx="9170631" cy="184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5"/>
              </a:lnSpc>
            </a:pPr>
            <a:r>
              <a:rPr lang="en-US" b="true" sz="765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IDENTITAS MAHASISWA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288455"/>
            <a:ext cx="15102284" cy="401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75"/>
              </a:lnSpc>
            </a:pPr>
            <a:r>
              <a:rPr lang="en-US" sz="4553" spc="12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Nama : Aulin Arsih Andrianie</a:t>
            </a:r>
          </a:p>
          <a:p>
            <a:pPr algn="just">
              <a:lnSpc>
                <a:spcPts val="6375"/>
              </a:lnSpc>
            </a:pPr>
            <a:r>
              <a:rPr lang="en-US" sz="4553" spc="12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Nim : 062640723193</a:t>
            </a:r>
          </a:p>
          <a:p>
            <a:pPr algn="just">
              <a:lnSpc>
                <a:spcPts val="6375"/>
              </a:lnSpc>
            </a:pPr>
            <a:r>
              <a:rPr lang="en-US" sz="4553" spc="12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Kelas : 1-TIA</a:t>
            </a:r>
          </a:p>
          <a:p>
            <a:pPr algn="just">
              <a:lnSpc>
                <a:spcPts val="6375"/>
              </a:lnSpc>
            </a:pPr>
            <a:r>
              <a:rPr lang="en-US" sz="4553" spc="12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Jurusan : Teknik Komputer</a:t>
            </a:r>
          </a:p>
          <a:p>
            <a:pPr algn="just">
              <a:lnSpc>
                <a:spcPts val="6375"/>
              </a:lnSpc>
              <a:spcBef>
                <a:spcPct val="0"/>
              </a:spcBef>
            </a:pPr>
            <a:r>
              <a:rPr lang="en-US" sz="4553" spc="12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Prodi : Teknologi Informatika Multimedia Digital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590623" y="3140422"/>
            <a:ext cx="4510101" cy="4006156"/>
            <a:chOff x="0" y="0"/>
            <a:chExt cx="7960527" cy="7071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57275" cy="7071042"/>
            </a:xfrm>
            <a:custGeom>
              <a:avLst/>
              <a:gdLst/>
              <a:ahLst/>
              <a:cxnLst/>
              <a:rect r="r" b="b" t="t" l="l"/>
              <a:pathLst>
                <a:path h="7071042" w="7957275">
                  <a:moveTo>
                    <a:pt x="7791431" y="2061916"/>
                  </a:moveTo>
                  <a:lnTo>
                    <a:pt x="7791431" y="1914838"/>
                  </a:lnTo>
                  <a:lnTo>
                    <a:pt x="7622335" y="1914838"/>
                  </a:lnTo>
                  <a:lnTo>
                    <a:pt x="7622335" y="1767761"/>
                  </a:lnTo>
                  <a:lnTo>
                    <a:pt x="7453239" y="1767761"/>
                  </a:lnTo>
                  <a:lnTo>
                    <a:pt x="7453239" y="1620683"/>
                  </a:lnTo>
                  <a:lnTo>
                    <a:pt x="7284142" y="1620683"/>
                  </a:lnTo>
                  <a:lnTo>
                    <a:pt x="7284142" y="1473605"/>
                  </a:lnTo>
                  <a:lnTo>
                    <a:pt x="7115046" y="1473605"/>
                  </a:lnTo>
                  <a:lnTo>
                    <a:pt x="7115046" y="1325113"/>
                  </a:lnTo>
                  <a:lnTo>
                    <a:pt x="6945950" y="1325113"/>
                  </a:lnTo>
                  <a:lnTo>
                    <a:pt x="6945950" y="1178036"/>
                  </a:lnTo>
                  <a:lnTo>
                    <a:pt x="6776854" y="1178036"/>
                  </a:lnTo>
                  <a:lnTo>
                    <a:pt x="6776854" y="1030958"/>
                  </a:lnTo>
                  <a:lnTo>
                    <a:pt x="6607758" y="1030958"/>
                  </a:lnTo>
                  <a:lnTo>
                    <a:pt x="6607758" y="883880"/>
                  </a:lnTo>
                  <a:lnTo>
                    <a:pt x="6438662" y="883880"/>
                  </a:lnTo>
                  <a:lnTo>
                    <a:pt x="6438662" y="736803"/>
                  </a:lnTo>
                  <a:lnTo>
                    <a:pt x="6269565" y="736803"/>
                  </a:lnTo>
                  <a:lnTo>
                    <a:pt x="6269565" y="589725"/>
                  </a:lnTo>
                  <a:lnTo>
                    <a:pt x="6097217" y="589725"/>
                  </a:lnTo>
                  <a:lnTo>
                    <a:pt x="6097217" y="442647"/>
                  </a:lnTo>
                  <a:lnTo>
                    <a:pt x="5928121" y="442647"/>
                  </a:lnTo>
                  <a:lnTo>
                    <a:pt x="5928121" y="294155"/>
                  </a:lnTo>
                  <a:lnTo>
                    <a:pt x="5759025" y="294155"/>
                  </a:lnTo>
                  <a:lnTo>
                    <a:pt x="5759025" y="147078"/>
                  </a:lnTo>
                  <a:lnTo>
                    <a:pt x="5589929" y="147078"/>
                  </a:lnTo>
                  <a:lnTo>
                    <a:pt x="5589929" y="0"/>
                  </a:lnTo>
                  <a:cubicBezTo>
                    <a:pt x="4520070" y="0"/>
                    <a:pt x="3442082" y="0"/>
                    <a:pt x="2372224" y="0"/>
                  </a:cubicBezTo>
                  <a:lnTo>
                    <a:pt x="2372224" y="147078"/>
                  </a:lnTo>
                  <a:lnTo>
                    <a:pt x="2203128" y="147078"/>
                  </a:lnTo>
                  <a:lnTo>
                    <a:pt x="2203128" y="294155"/>
                  </a:lnTo>
                  <a:lnTo>
                    <a:pt x="2032406" y="294155"/>
                  </a:lnTo>
                  <a:lnTo>
                    <a:pt x="2032406" y="441233"/>
                  </a:lnTo>
                  <a:lnTo>
                    <a:pt x="1863310" y="441233"/>
                  </a:lnTo>
                  <a:lnTo>
                    <a:pt x="1863310" y="588311"/>
                  </a:lnTo>
                  <a:lnTo>
                    <a:pt x="1694213" y="588311"/>
                  </a:lnTo>
                  <a:lnTo>
                    <a:pt x="1694213" y="735388"/>
                  </a:lnTo>
                  <a:lnTo>
                    <a:pt x="1523491" y="735388"/>
                  </a:lnTo>
                  <a:lnTo>
                    <a:pt x="1523491" y="882466"/>
                  </a:lnTo>
                  <a:lnTo>
                    <a:pt x="1354395" y="882466"/>
                  </a:lnTo>
                  <a:lnTo>
                    <a:pt x="1354395" y="1029544"/>
                  </a:lnTo>
                  <a:lnTo>
                    <a:pt x="1185299" y="1029544"/>
                  </a:lnTo>
                  <a:lnTo>
                    <a:pt x="1185299" y="1176621"/>
                  </a:lnTo>
                  <a:lnTo>
                    <a:pt x="1016203" y="1176621"/>
                  </a:lnTo>
                  <a:lnTo>
                    <a:pt x="1016203" y="1323699"/>
                  </a:lnTo>
                  <a:lnTo>
                    <a:pt x="847107" y="1323699"/>
                  </a:lnTo>
                  <a:lnTo>
                    <a:pt x="847107" y="1470777"/>
                  </a:lnTo>
                  <a:lnTo>
                    <a:pt x="678011" y="1470777"/>
                  </a:lnTo>
                  <a:lnTo>
                    <a:pt x="678011" y="1617854"/>
                  </a:lnTo>
                  <a:lnTo>
                    <a:pt x="508914" y="1617854"/>
                  </a:lnTo>
                  <a:lnTo>
                    <a:pt x="508914" y="1767761"/>
                  </a:lnTo>
                  <a:lnTo>
                    <a:pt x="338192" y="1767761"/>
                  </a:lnTo>
                  <a:lnTo>
                    <a:pt x="338192" y="1914838"/>
                  </a:lnTo>
                  <a:lnTo>
                    <a:pt x="169096" y="1914838"/>
                  </a:lnTo>
                  <a:lnTo>
                    <a:pt x="169096" y="2061916"/>
                  </a:lnTo>
                  <a:lnTo>
                    <a:pt x="0" y="2061916"/>
                  </a:lnTo>
                  <a:cubicBezTo>
                    <a:pt x="0" y="3041962"/>
                    <a:pt x="0" y="4029080"/>
                    <a:pt x="0" y="5007712"/>
                  </a:cubicBezTo>
                  <a:lnTo>
                    <a:pt x="169096" y="5007712"/>
                  </a:lnTo>
                  <a:lnTo>
                    <a:pt x="169096" y="5154789"/>
                  </a:lnTo>
                  <a:lnTo>
                    <a:pt x="338192" y="5154789"/>
                  </a:lnTo>
                  <a:lnTo>
                    <a:pt x="338192" y="5303281"/>
                  </a:lnTo>
                  <a:lnTo>
                    <a:pt x="507288" y="5303281"/>
                  </a:lnTo>
                  <a:lnTo>
                    <a:pt x="507288" y="5450359"/>
                  </a:lnTo>
                  <a:lnTo>
                    <a:pt x="676385" y="5450359"/>
                  </a:lnTo>
                  <a:lnTo>
                    <a:pt x="676385" y="5597436"/>
                  </a:lnTo>
                  <a:lnTo>
                    <a:pt x="845481" y="5597436"/>
                  </a:lnTo>
                  <a:lnTo>
                    <a:pt x="845481" y="5744514"/>
                  </a:lnTo>
                  <a:lnTo>
                    <a:pt x="1014577" y="5744514"/>
                  </a:lnTo>
                  <a:lnTo>
                    <a:pt x="1014577" y="5891592"/>
                  </a:lnTo>
                  <a:lnTo>
                    <a:pt x="1183673" y="5891592"/>
                  </a:lnTo>
                  <a:lnTo>
                    <a:pt x="1183673" y="6038669"/>
                  </a:lnTo>
                  <a:lnTo>
                    <a:pt x="1352769" y="6038669"/>
                  </a:lnTo>
                  <a:lnTo>
                    <a:pt x="1352769" y="6185747"/>
                  </a:lnTo>
                  <a:lnTo>
                    <a:pt x="1521865" y="6185747"/>
                  </a:lnTo>
                  <a:lnTo>
                    <a:pt x="1521865" y="6332825"/>
                  </a:lnTo>
                  <a:lnTo>
                    <a:pt x="1690962" y="6332825"/>
                  </a:lnTo>
                  <a:lnTo>
                    <a:pt x="1690962" y="6479903"/>
                  </a:lnTo>
                  <a:lnTo>
                    <a:pt x="1860058" y="6479903"/>
                  </a:lnTo>
                  <a:lnTo>
                    <a:pt x="1860058" y="6626980"/>
                  </a:lnTo>
                  <a:lnTo>
                    <a:pt x="2032406" y="6626980"/>
                  </a:lnTo>
                  <a:lnTo>
                    <a:pt x="2032406" y="6774058"/>
                  </a:lnTo>
                  <a:lnTo>
                    <a:pt x="2201502" y="6774058"/>
                  </a:lnTo>
                  <a:lnTo>
                    <a:pt x="2201502" y="6921136"/>
                  </a:lnTo>
                  <a:lnTo>
                    <a:pt x="2370598" y="6921136"/>
                  </a:lnTo>
                  <a:lnTo>
                    <a:pt x="2370598" y="7071042"/>
                  </a:lnTo>
                  <a:cubicBezTo>
                    <a:pt x="3440457" y="7071042"/>
                    <a:pt x="4518444" y="7071042"/>
                    <a:pt x="5588302" y="7071042"/>
                  </a:cubicBezTo>
                  <a:lnTo>
                    <a:pt x="5588302" y="6923964"/>
                  </a:lnTo>
                  <a:lnTo>
                    <a:pt x="5757399" y="6923964"/>
                  </a:lnTo>
                  <a:lnTo>
                    <a:pt x="5757399" y="6776886"/>
                  </a:lnTo>
                  <a:lnTo>
                    <a:pt x="5926495" y="6776886"/>
                  </a:lnTo>
                  <a:lnTo>
                    <a:pt x="5926495" y="6629809"/>
                  </a:lnTo>
                  <a:lnTo>
                    <a:pt x="6097217" y="6629809"/>
                  </a:lnTo>
                  <a:lnTo>
                    <a:pt x="6097217" y="6482731"/>
                  </a:lnTo>
                  <a:lnTo>
                    <a:pt x="6266313" y="6482731"/>
                  </a:lnTo>
                  <a:lnTo>
                    <a:pt x="6266313" y="6335653"/>
                  </a:lnTo>
                  <a:lnTo>
                    <a:pt x="6435409" y="6335653"/>
                  </a:lnTo>
                  <a:lnTo>
                    <a:pt x="6435409" y="6188576"/>
                  </a:lnTo>
                  <a:lnTo>
                    <a:pt x="6604506" y="6188576"/>
                  </a:lnTo>
                  <a:lnTo>
                    <a:pt x="6604506" y="6041498"/>
                  </a:lnTo>
                  <a:lnTo>
                    <a:pt x="6773602" y="6041498"/>
                  </a:lnTo>
                  <a:lnTo>
                    <a:pt x="6773602" y="5894420"/>
                  </a:lnTo>
                  <a:lnTo>
                    <a:pt x="6942698" y="5894420"/>
                  </a:lnTo>
                  <a:lnTo>
                    <a:pt x="6942698" y="5747343"/>
                  </a:lnTo>
                  <a:lnTo>
                    <a:pt x="7111794" y="5747343"/>
                  </a:lnTo>
                  <a:lnTo>
                    <a:pt x="7111794" y="5600265"/>
                  </a:lnTo>
                  <a:lnTo>
                    <a:pt x="7280890" y="5600265"/>
                  </a:lnTo>
                  <a:lnTo>
                    <a:pt x="7280890" y="5453187"/>
                  </a:lnTo>
                  <a:lnTo>
                    <a:pt x="7449986" y="5453187"/>
                  </a:lnTo>
                  <a:lnTo>
                    <a:pt x="7449986" y="5303281"/>
                  </a:lnTo>
                  <a:lnTo>
                    <a:pt x="7619083" y="5303281"/>
                  </a:lnTo>
                  <a:lnTo>
                    <a:pt x="7619083" y="5156203"/>
                  </a:lnTo>
                  <a:lnTo>
                    <a:pt x="7788179" y="5156203"/>
                  </a:lnTo>
                  <a:lnTo>
                    <a:pt x="7788179" y="5009126"/>
                  </a:lnTo>
                  <a:lnTo>
                    <a:pt x="7957275" y="5009126"/>
                  </a:lnTo>
                  <a:cubicBezTo>
                    <a:pt x="7957275" y="4029080"/>
                    <a:pt x="7957275" y="3041962"/>
                    <a:pt x="7957275" y="2063330"/>
                  </a:cubicBezTo>
                  <a:lnTo>
                    <a:pt x="7791431" y="2063330"/>
                  </a:lnTo>
                  <a:close/>
                </a:path>
              </a:pathLst>
            </a:custGeom>
            <a:blipFill>
              <a:blip r:embed="rId7"/>
              <a:stretch>
                <a:fillRect l="0" t="-25022" r="0" b="-25022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944705" y="2331012"/>
            <a:ext cx="7798690" cy="6927288"/>
            <a:chOff x="0" y="0"/>
            <a:chExt cx="7960527" cy="7071042"/>
          </a:xfrm>
        </p:grpSpPr>
        <p:sp>
          <p:nvSpPr>
            <p:cNvPr name="Freeform 12" id="12"/>
            <p:cNvSpPr/>
            <p:nvPr/>
          </p:nvSpPr>
          <p:spPr>
            <a:xfrm flipH="false" flipV="true" rot="-5448000">
              <a:off x="420987" y="-463284"/>
              <a:ext cx="7115256" cy="7997609"/>
            </a:xfrm>
            <a:custGeom>
              <a:avLst/>
              <a:gdLst/>
              <a:ahLst/>
              <a:cxnLst/>
              <a:rect r="r" b="b" t="t" l="l"/>
              <a:pathLst>
                <a:path h="7997609" w="7115256">
                  <a:moveTo>
                    <a:pt x="4977877" y="165809"/>
                  </a:moveTo>
                  <a:lnTo>
                    <a:pt x="5124940" y="163755"/>
                  </a:lnTo>
                  <a:lnTo>
                    <a:pt x="5127301" y="332835"/>
                  </a:lnTo>
                  <a:lnTo>
                    <a:pt x="5274365" y="330781"/>
                  </a:lnTo>
                  <a:lnTo>
                    <a:pt x="5276726" y="499860"/>
                  </a:lnTo>
                  <a:lnTo>
                    <a:pt x="5423789" y="497807"/>
                  </a:lnTo>
                  <a:lnTo>
                    <a:pt x="5426150" y="666887"/>
                  </a:lnTo>
                  <a:lnTo>
                    <a:pt x="5573213" y="664834"/>
                  </a:lnTo>
                  <a:lnTo>
                    <a:pt x="5575574" y="833913"/>
                  </a:lnTo>
                  <a:lnTo>
                    <a:pt x="5724052" y="831840"/>
                  </a:lnTo>
                  <a:lnTo>
                    <a:pt x="5726413" y="1000920"/>
                  </a:lnTo>
                  <a:lnTo>
                    <a:pt x="5873476" y="998866"/>
                  </a:lnTo>
                  <a:lnTo>
                    <a:pt x="5875837" y="1167946"/>
                  </a:lnTo>
                  <a:lnTo>
                    <a:pt x="6022900" y="1165892"/>
                  </a:lnTo>
                  <a:lnTo>
                    <a:pt x="6025261" y="1334972"/>
                  </a:lnTo>
                  <a:lnTo>
                    <a:pt x="6172324" y="1332918"/>
                  </a:lnTo>
                  <a:lnTo>
                    <a:pt x="6174685" y="1501997"/>
                  </a:lnTo>
                  <a:lnTo>
                    <a:pt x="6321749" y="1499944"/>
                  </a:lnTo>
                  <a:lnTo>
                    <a:pt x="6324110" y="1669024"/>
                  </a:lnTo>
                  <a:lnTo>
                    <a:pt x="6471173" y="1666971"/>
                  </a:lnTo>
                  <a:lnTo>
                    <a:pt x="6473579" y="1839302"/>
                  </a:lnTo>
                  <a:lnTo>
                    <a:pt x="6620643" y="1837248"/>
                  </a:lnTo>
                  <a:lnTo>
                    <a:pt x="6623004" y="2006328"/>
                  </a:lnTo>
                  <a:lnTo>
                    <a:pt x="6771481" y="2004255"/>
                  </a:lnTo>
                  <a:lnTo>
                    <a:pt x="6773842" y="2173334"/>
                  </a:lnTo>
                  <a:lnTo>
                    <a:pt x="6920905" y="2171281"/>
                  </a:lnTo>
                  <a:lnTo>
                    <a:pt x="6923266" y="2340361"/>
                  </a:lnTo>
                  <a:lnTo>
                    <a:pt x="7070330" y="2338307"/>
                  </a:lnTo>
                  <a:cubicBezTo>
                    <a:pt x="7085267" y="3408061"/>
                    <a:pt x="7100318" y="4485944"/>
                    <a:pt x="7115256" y="5555698"/>
                  </a:cubicBezTo>
                  <a:lnTo>
                    <a:pt x="6968192" y="5557752"/>
                  </a:lnTo>
                  <a:lnTo>
                    <a:pt x="6970553" y="5726831"/>
                  </a:lnTo>
                  <a:lnTo>
                    <a:pt x="6823490" y="5728885"/>
                  </a:lnTo>
                  <a:lnTo>
                    <a:pt x="6825874" y="5899590"/>
                  </a:lnTo>
                  <a:lnTo>
                    <a:pt x="6678810" y="5901644"/>
                  </a:lnTo>
                  <a:lnTo>
                    <a:pt x="6681171" y="6070724"/>
                  </a:lnTo>
                  <a:lnTo>
                    <a:pt x="6534108" y="6072777"/>
                  </a:lnTo>
                  <a:lnTo>
                    <a:pt x="6536469" y="6241857"/>
                  </a:lnTo>
                  <a:lnTo>
                    <a:pt x="6389406" y="6243910"/>
                  </a:lnTo>
                  <a:lnTo>
                    <a:pt x="6391789" y="6414616"/>
                  </a:lnTo>
                  <a:lnTo>
                    <a:pt x="6244726" y="6416669"/>
                  </a:lnTo>
                  <a:lnTo>
                    <a:pt x="6247087" y="6585749"/>
                  </a:lnTo>
                  <a:lnTo>
                    <a:pt x="6100024" y="6587802"/>
                  </a:lnTo>
                  <a:lnTo>
                    <a:pt x="6102385" y="6756882"/>
                  </a:lnTo>
                  <a:lnTo>
                    <a:pt x="5955321" y="6758936"/>
                  </a:lnTo>
                  <a:lnTo>
                    <a:pt x="5957682" y="6928015"/>
                  </a:lnTo>
                  <a:lnTo>
                    <a:pt x="5810619" y="6930069"/>
                  </a:lnTo>
                  <a:lnTo>
                    <a:pt x="5812980" y="7099149"/>
                  </a:lnTo>
                  <a:lnTo>
                    <a:pt x="5665916" y="7101202"/>
                  </a:lnTo>
                  <a:lnTo>
                    <a:pt x="5668277" y="7270282"/>
                  </a:lnTo>
                  <a:lnTo>
                    <a:pt x="5521214" y="7272335"/>
                  </a:lnTo>
                  <a:lnTo>
                    <a:pt x="5523575" y="7441415"/>
                  </a:lnTo>
                  <a:lnTo>
                    <a:pt x="5373683" y="7443508"/>
                  </a:lnTo>
                  <a:lnTo>
                    <a:pt x="5376067" y="7614213"/>
                  </a:lnTo>
                  <a:lnTo>
                    <a:pt x="5229004" y="7616267"/>
                  </a:lnTo>
                  <a:lnTo>
                    <a:pt x="5231365" y="7785347"/>
                  </a:lnTo>
                  <a:lnTo>
                    <a:pt x="5084301" y="7787400"/>
                  </a:lnTo>
                  <a:lnTo>
                    <a:pt x="5086662" y="7956480"/>
                  </a:lnTo>
                  <a:cubicBezTo>
                    <a:pt x="4106712" y="7970163"/>
                    <a:pt x="3119690" y="7983946"/>
                    <a:pt x="2141154" y="7997610"/>
                  </a:cubicBezTo>
                  <a:lnTo>
                    <a:pt x="2138793" y="7828530"/>
                  </a:lnTo>
                  <a:lnTo>
                    <a:pt x="1991730" y="7830583"/>
                  </a:lnTo>
                  <a:lnTo>
                    <a:pt x="1989369" y="7661504"/>
                  </a:lnTo>
                  <a:lnTo>
                    <a:pt x="1840891" y="7663577"/>
                  </a:lnTo>
                  <a:lnTo>
                    <a:pt x="1838530" y="7494497"/>
                  </a:lnTo>
                  <a:lnTo>
                    <a:pt x="1691467" y="7496551"/>
                  </a:lnTo>
                  <a:lnTo>
                    <a:pt x="1689106" y="7327471"/>
                  </a:lnTo>
                  <a:lnTo>
                    <a:pt x="1542043" y="7329525"/>
                  </a:lnTo>
                  <a:lnTo>
                    <a:pt x="1539682" y="7160445"/>
                  </a:lnTo>
                  <a:lnTo>
                    <a:pt x="1392618" y="7162499"/>
                  </a:lnTo>
                  <a:lnTo>
                    <a:pt x="1390257" y="6993419"/>
                  </a:lnTo>
                  <a:lnTo>
                    <a:pt x="1243194" y="6995472"/>
                  </a:lnTo>
                  <a:lnTo>
                    <a:pt x="1240833" y="6826393"/>
                  </a:lnTo>
                  <a:lnTo>
                    <a:pt x="1093770" y="6828446"/>
                  </a:lnTo>
                  <a:lnTo>
                    <a:pt x="1091409" y="6659367"/>
                  </a:lnTo>
                  <a:lnTo>
                    <a:pt x="944345" y="6661420"/>
                  </a:lnTo>
                  <a:lnTo>
                    <a:pt x="941984" y="6492341"/>
                  </a:lnTo>
                  <a:lnTo>
                    <a:pt x="794921" y="6494394"/>
                  </a:lnTo>
                  <a:lnTo>
                    <a:pt x="792560" y="6325314"/>
                  </a:lnTo>
                  <a:lnTo>
                    <a:pt x="645496" y="6327368"/>
                  </a:lnTo>
                  <a:lnTo>
                    <a:pt x="643135" y="6158288"/>
                  </a:lnTo>
                  <a:lnTo>
                    <a:pt x="496073" y="6160342"/>
                  </a:lnTo>
                  <a:lnTo>
                    <a:pt x="493666" y="5988010"/>
                  </a:lnTo>
                  <a:lnTo>
                    <a:pt x="346603" y="5990064"/>
                  </a:lnTo>
                  <a:lnTo>
                    <a:pt x="344242" y="5820984"/>
                  </a:lnTo>
                  <a:lnTo>
                    <a:pt x="197178" y="5823038"/>
                  </a:lnTo>
                  <a:lnTo>
                    <a:pt x="194817" y="5653958"/>
                  </a:lnTo>
                  <a:lnTo>
                    <a:pt x="44926" y="5656051"/>
                  </a:lnTo>
                  <a:cubicBezTo>
                    <a:pt x="29988" y="4586297"/>
                    <a:pt x="14937" y="3508414"/>
                    <a:pt x="0" y="2438661"/>
                  </a:cubicBezTo>
                  <a:lnTo>
                    <a:pt x="147063" y="2436607"/>
                  </a:lnTo>
                  <a:lnTo>
                    <a:pt x="144702" y="2267527"/>
                  </a:lnTo>
                  <a:lnTo>
                    <a:pt x="291766" y="2265473"/>
                  </a:lnTo>
                  <a:lnTo>
                    <a:pt x="289405" y="2096394"/>
                  </a:lnTo>
                  <a:lnTo>
                    <a:pt x="436468" y="2094340"/>
                  </a:lnTo>
                  <a:lnTo>
                    <a:pt x="434085" y="1923635"/>
                  </a:lnTo>
                  <a:lnTo>
                    <a:pt x="581148" y="1921581"/>
                  </a:lnTo>
                  <a:lnTo>
                    <a:pt x="578787" y="1752502"/>
                  </a:lnTo>
                  <a:lnTo>
                    <a:pt x="725850" y="1750448"/>
                  </a:lnTo>
                  <a:lnTo>
                    <a:pt x="723489" y="1581369"/>
                  </a:lnTo>
                  <a:lnTo>
                    <a:pt x="870552" y="1579315"/>
                  </a:lnTo>
                  <a:lnTo>
                    <a:pt x="868191" y="1410235"/>
                  </a:lnTo>
                  <a:lnTo>
                    <a:pt x="1015255" y="1408181"/>
                  </a:lnTo>
                  <a:lnTo>
                    <a:pt x="1012894" y="1239102"/>
                  </a:lnTo>
                  <a:lnTo>
                    <a:pt x="1159957" y="1237048"/>
                  </a:lnTo>
                  <a:lnTo>
                    <a:pt x="1157596" y="1067969"/>
                  </a:lnTo>
                  <a:lnTo>
                    <a:pt x="1304660" y="1065915"/>
                  </a:lnTo>
                  <a:lnTo>
                    <a:pt x="1302299" y="896836"/>
                  </a:lnTo>
                  <a:lnTo>
                    <a:pt x="1449362" y="894782"/>
                  </a:lnTo>
                  <a:lnTo>
                    <a:pt x="1447001" y="725702"/>
                  </a:lnTo>
                  <a:lnTo>
                    <a:pt x="1594064" y="723649"/>
                  </a:lnTo>
                  <a:lnTo>
                    <a:pt x="1591703" y="554569"/>
                  </a:lnTo>
                  <a:lnTo>
                    <a:pt x="1741595" y="552476"/>
                  </a:lnTo>
                  <a:lnTo>
                    <a:pt x="1739234" y="383396"/>
                  </a:lnTo>
                  <a:lnTo>
                    <a:pt x="1886297" y="381343"/>
                  </a:lnTo>
                  <a:lnTo>
                    <a:pt x="1883936" y="212263"/>
                  </a:lnTo>
                  <a:lnTo>
                    <a:pt x="2031000" y="210210"/>
                  </a:lnTo>
                  <a:lnTo>
                    <a:pt x="2028639" y="41130"/>
                  </a:lnTo>
                  <a:cubicBezTo>
                    <a:pt x="3008589" y="27447"/>
                    <a:pt x="3995611" y="13664"/>
                    <a:pt x="4974148" y="0"/>
                  </a:cubicBezTo>
                  <a:lnTo>
                    <a:pt x="4976463" y="165828"/>
                  </a:lnTo>
                  <a:close/>
                </a:path>
              </a:pathLst>
            </a:custGeom>
            <a:blipFill>
              <a:blip r:embed="rId7"/>
              <a:stretch>
                <a:fillRect l="0" t="-48574" r="-5014" b="-59044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49706" y="1951956"/>
            <a:ext cx="9595353" cy="95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5"/>
              </a:lnSpc>
            </a:pPr>
            <a:r>
              <a:rPr lang="en-US" sz="7658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ALAT DAN BAHAN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9706" y="3135911"/>
            <a:ext cx="8183592" cy="52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73811" indent="-636905" lvl="1">
              <a:lnSpc>
                <a:spcPts val="8260"/>
              </a:lnSpc>
              <a:buFont typeface="Arial"/>
              <a:buChar char="•"/>
            </a:pPr>
            <a:r>
              <a:rPr lang="en-US" sz="5900" spc="16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Konektor Rj 45</a:t>
            </a:r>
          </a:p>
          <a:p>
            <a:pPr algn="l" marL="1273811" indent="-636905" lvl="1">
              <a:lnSpc>
                <a:spcPts val="8260"/>
              </a:lnSpc>
              <a:buFont typeface="Arial"/>
              <a:buChar char="•"/>
            </a:pPr>
            <a:r>
              <a:rPr lang="en-US" sz="5900" spc="16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Kabel UTP</a:t>
            </a:r>
          </a:p>
          <a:p>
            <a:pPr algn="l" marL="1273811" indent="-636905" lvl="1">
              <a:lnSpc>
                <a:spcPts val="8260"/>
              </a:lnSpc>
              <a:buFont typeface="Arial"/>
              <a:buChar char="•"/>
            </a:pPr>
            <a:r>
              <a:rPr lang="en-US" sz="5900" spc="16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Lan Taster</a:t>
            </a:r>
          </a:p>
          <a:p>
            <a:pPr algn="l" marL="1273811" indent="-636905" lvl="1">
              <a:lnSpc>
                <a:spcPts val="8260"/>
              </a:lnSpc>
              <a:buFont typeface="Arial"/>
              <a:buChar char="•"/>
            </a:pPr>
            <a:r>
              <a:rPr lang="en-US" sz="5900" spc="16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Tang Crimping</a:t>
            </a:r>
          </a:p>
          <a:p>
            <a:pPr algn="l" marL="1273811" indent="-636905" lvl="1">
              <a:lnSpc>
                <a:spcPts val="8260"/>
              </a:lnSpc>
              <a:buFont typeface="Arial"/>
              <a:buChar char="•"/>
            </a:pPr>
            <a:r>
              <a:rPr lang="en-US" sz="5900" spc="16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Kabel Stripper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1002" y="1188646"/>
            <a:ext cx="5175272" cy="5283046"/>
            <a:chOff x="0" y="0"/>
            <a:chExt cx="622046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blipFill>
              <a:blip r:embed="rId7"/>
              <a:stretch>
                <a:fillRect l="0" t="-58844" r="0" b="-58844"/>
              </a:stretch>
            </a:blipFill>
            <a:ln w="28575" cap="sq">
              <a:solidFill>
                <a:srgbClr val="96C5D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21820" y="1388671"/>
            <a:ext cx="8636240" cy="184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5"/>
              </a:lnSpc>
            </a:pPr>
            <a:r>
              <a:rPr lang="en-US" sz="7658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CARA CRIMPING</a:t>
            </a:r>
          </a:p>
          <a:p>
            <a:pPr algn="l">
              <a:lnSpc>
                <a:spcPts val="7045"/>
              </a:lnSpc>
            </a:pPr>
            <a:r>
              <a:rPr lang="en-US" sz="7658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KABEL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21820" y="3163849"/>
            <a:ext cx="7434893" cy="670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Potong kabel UTP sesuai kebutuhan.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Kupas bagian luar kabel sekitar 2–3 cm.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Pisahkan 8 kabel kecil di dalamnya.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Susun kabel sesuai T568A untuk ujung pertama.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Luruskan dan rapikan ujung kabel.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Potong rata supaya semua ujung sama panjang.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Masukkan ke RJ45 dengan posisi pin sesuai urutan.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Pastikan semua kabel masuk sampai ujung konektor.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Masukkan RJ45 ke tang crimping.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Tekan/crimp sampai konektor terkunci.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Ulangi pada ujung kedua menggunakan T568B.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Setelah selesai</a:t>
            </a:r>
          </a:p>
          <a:p>
            <a:pPr algn="l">
              <a:lnSpc>
                <a:spcPts val="2800"/>
              </a:lnSpc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Gunakan LAN cable tester.</a:t>
            </a:r>
          </a:p>
          <a:p>
            <a:pPr algn="l">
              <a:lnSpc>
                <a:spcPts val="2800"/>
              </a:lnSpc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Urutan lampu idealnya menunjukkan:</a:t>
            </a:r>
          </a:p>
          <a:p>
            <a:pPr algn="l">
              <a:lnSpc>
                <a:spcPts val="2800"/>
              </a:lnSpc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 → 2 → 3 → 4 → 5 → 6 → 7 → 8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5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Kalau ada lampu yang tidak menyala atau urutannya salah, kemungkinan kabel perlu di-crimp ulang.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44168" y="3980279"/>
            <a:ext cx="5460747" cy="5574466"/>
            <a:chOff x="0" y="0"/>
            <a:chExt cx="622046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blipFill>
              <a:blip r:embed="rId8"/>
              <a:stretch>
                <a:fillRect l="-6664" t="-76049" r="0" b="-56147"/>
              </a:stretch>
            </a:blipFill>
            <a:ln w="28575" cap="sq">
              <a:solidFill>
                <a:srgbClr val="96C5D3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29262" y="4374180"/>
            <a:ext cx="2452088" cy="3581823"/>
            <a:chOff x="0" y="0"/>
            <a:chExt cx="6096000" cy="8904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0" cy="8904572"/>
            </a:xfrm>
            <a:custGeom>
              <a:avLst/>
              <a:gdLst/>
              <a:ahLst/>
              <a:cxnLst/>
              <a:rect r="r" b="b" t="t" l="l"/>
              <a:pathLst>
                <a:path h="8904572" w="6096000">
                  <a:moveTo>
                    <a:pt x="5969000" y="890457"/>
                  </a:moveTo>
                  <a:cubicBezTo>
                    <a:pt x="5969000" y="801411"/>
                    <a:pt x="5969000" y="623320"/>
                    <a:pt x="5969000" y="534274"/>
                  </a:cubicBezTo>
                  <a:lnTo>
                    <a:pt x="5842000" y="534274"/>
                  </a:lnTo>
                  <a:lnTo>
                    <a:pt x="5842000" y="356183"/>
                  </a:lnTo>
                  <a:lnTo>
                    <a:pt x="5715000" y="356183"/>
                  </a:lnTo>
                  <a:lnTo>
                    <a:pt x="5715000" y="178091"/>
                  </a:lnTo>
                  <a:cubicBezTo>
                    <a:pt x="5651500" y="178091"/>
                    <a:pt x="5524500" y="178091"/>
                    <a:pt x="5461000" y="178091"/>
                  </a:cubicBezTo>
                  <a:lnTo>
                    <a:pt x="5461000" y="0"/>
                  </a:lnTo>
                  <a:cubicBezTo>
                    <a:pt x="3853180" y="0"/>
                    <a:pt x="2242820" y="0"/>
                    <a:pt x="635000" y="0"/>
                  </a:cubicBezTo>
                  <a:lnTo>
                    <a:pt x="635000" y="178091"/>
                  </a:lnTo>
                  <a:cubicBezTo>
                    <a:pt x="571500" y="178091"/>
                    <a:pt x="444500" y="178091"/>
                    <a:pt x="381000" y="178091"/>
                  </a:cubicBezTo>
                  <a:lnTo>
                    <a:pt x="381000" y="356183"/>
                  </a:lnTo>
                  <a:lnTo>
                    <a:pt x="254000" y="356183"/>
                  </a:lnTo>
                  <a:lnTo>
                    <a:pt x="254000" y="534274"/>
                  </a:lnTo>
                  <a:lnTo>
                    <a:pt x="127000" y="534274"/>
                  </a:lnTo>
                  <a:cubicBezTo>
                    <a:pt x="127000" y="623320"/>
                    <a:pt x="127000" y="801411"/>
                    <a:pt x="127000" y="890457"/>
                  </a:cubicBezTo>
                  <a:lnTo>
                    <a:pt x="0" y="890457"/>
                  </a:lnTo>
                  <a:cubicBezTo>
                    <a:pt x="0" y="3264416"/>
                    <a:pt x="0" y="5640156"/>
                    <a:pt x="0" y="8014115"/>
                  </a:cubicBezTo>
                  <a:lnTo>
                    <a:pt x="127000" y="8014115"/>
                  </a:lnTo>
                  <a:cubicBezTo>
                    <a:pt x="127000" y="8103160"/>
                    <a:pt x="127000" y="8281252"/>
                    <a:pt x="127000" y="8370298"/>
                  </a:cubicBezTo>
                  <a:lnTo>
                    <a:pt x="254000" y="8370298"/>
                  </a:lnTo>
                  <a:lnTo>
                    <a:pt x="254000" y="8548389"/>
                  </a:lnTo>
                  <a:lnTo>
                    <a:pt x="381000" y="8548389"/>
                  </a:lnTo>
                  <a:lnTo>
                    <a:pt x="381000" y="8726481"/>
                  </a:lnTo>
                  <a:cubicBezTo>
                    <a:pt x="444500" y="8726481"/>
                    <a:pt x="571500" y="8726481"/>
                    <a:pt x="635000" y="8726481"/>
                  </a:cubicBezTo>
                  <a:lnTo>
                    <a:pt x="635000" y="8904572"/>
                  </a:lnTo>
                  <a:cubicBezTo>
                    <a:pt x="2242820" y="8904572"/>
                    <a:pt x="3853180" y="8904572"/>
                    <a:pt x="5461000" y="8904572"/>
                  </a:cubicBezTo>
                  <a:lnTo>
                    <a:pt x="5461000" y="8726481"/>
                  </a:lnTo>
                  <a:cubicBezTo>
                    <a:pt x="5524500" y="8726481"/>
                    <a:pt x="5651500" y="8726481"/>
                    <a:pt x="5715000" y="8726481"/>
                  </a:cubicBezTo>
                  <a:lnTo>
                    <a:pt x="5715000" y="8548389"/>
                  </a:lnTo>
                  <a:lnTo>
                    <a:pt x="5842000" y="8548389"/>
                  </a:lnTo>
                  <a:lnTo>
                    <a:pt x="5842000" y="8370298"/>
                  </a:lnTo>
                  <a:lnTo>
                    <a:pt x="5969000" y="8370298"/>
                  </a:lnTo>
                  <a:cubicBezTo>
                    <a:pt x="5969000" y="8281252"/>
                    <a:pt x="5969000" y="8103160"/>
                    <a:pt x="5969000" y="8014115"/>
                  </a:cubicBezTo>
                  <a:lnTo>
                    <a:pt x="6096000" y="8014115"/>
                  </a:lnTo>
                  <a:cubicBezTo>
                    <a:pt x="6096000" y="5640156"/>
                    <a:pt x="6096000" y="3264416"/>
                    <a:pt x="6096000" y="890457"/>
                  </a:cubicBezTo>
                  <a:lnTo>
                    <a:pt x="5969000" y="890457"/>
                  </a:lnTo>
                  <a:close/>
                </a:path>
              </a:pathLst>
            </a:custGeom>
            <a:blipFill>
              <a:blip r:embed="rId7"/>
              <a:stretch>
                <a:fillRect l="-6265" t="-20529" r="-84957" b="-10379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558685" y="1951956"/>
            <a:ext cx="9170631" cy="184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5"/>
              </a:lnSpc>
            </a:pPr>
            <a:r>
              <a:rPr lang="en-US" b="true" sz="765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SUSUNAN WARNA KABEL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0957" y="4376944"/>
            <a:ext cx="2452088" cy="3579059"/>
            <a:chOff x="0" y="0"/>
            <a:chExt cx="6096000" cy="88977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0" cy="8897702"/>
            </a:xfrm>
            <a:custGeom>
              <a:avLst/>
              <a:gdLst/>
              <a:ahLst/>
              <a:cxnLst/>
              <a:rect r="r" b="b" t="t" l="l"/>
              <a:pathLst>
                <a:path h="8897702" w="6096000">
                  <a:moveTo>
                    <a:pt x="5969000" y="889770"/>
                  </a:moveTo>
                  <a:cubicBezTo>
                    <a:pt x="5969000" y="800793"/>
                    <a:pt x="5969000" y="622839"/>
                    <a:pt x="5969000" y="533862"/>
                  </a:cubicBezTo>
                  <a:lnTo>
                    <a:pt x="5842000" y="533862"/>
                  </a:lnTo>
                  <a:lnTo>
                    <a:pt x="5842000" y="355908"/>
                  </a:lnTo>
                  <a:lnTo>
                    <a:pt x="5715000" y="355908"/>
                  </a:lnTo>
                  <a:lnTo>
                    <a:pt x="5715000" y="177954"/>
                  </a:lnTo>
                  <a:cubicBezTo>
                    <a:pt x="5651500" y="177954"/>
                    <a:pt x="5524500" y="177954"/>
                    <a:pt x="5461000" y="177954"/>
                  </a:cubicBezTo>
                  <a:lnTo>
                    <a:pt x="5461000" y="0"/>
                  </a:lnTo>
                  <a:cubicBezTo>
                    <a:pt x="3853180" y="0"/>
                    <a:pt x="2242820" y="0"/>
                    <a:pt x="635000" y="0"/>
                  </a:cubicBezTo>
                  <a:lnTo>
                    <a:pt x="635000" y="177954"/>
                  </a:lnTo>
                  <a:cubicBezTo>
                    <a:pt x="571500" y="177954"/>
                    <a:pt x="444500" y="177954"/>
                    <a:pt x="381000" y="177954"/>
                  </a:cubicBezTo>
                  <a:lnTo>
                    <a:pt x="381000" y="355908"/>
                  </a:lnTo>
                  <a:lnTo>
                    <a:pt x="254000" y="355908"/>
                  </a:lnTo>
                  <a:lnTo>
                    <a:pt x="254000" y="533862"/>
                  </a:lnTo>
                  <a:lnTo>
                    <a:pt x="127000" y="533862"/>
                  </a:lnTo>
                  <a:cubicBezTo>
                    <a:pt x="127000" y="622839"/>
                    <a:pt x="127000" y="800793"/>
                    <a:pt x="127000" y="889770"/>
                  </a:cubicBezTo>
                  <a:lnTo>
                    <a:pt x="0" y="889770"/>
                  </a:lnTo>
                  <a:cubicBezTo>
                    <a:pt x="0" y="3261897"/>
                    <a:pt x="0" y="5635804"/>
                    <a:pt x="0" y="8007931"/>
                  </a:cubicBezTo>
                  <a:lnTo>
                    <a:pt x="127000" y="8007931"/>
                  </a:lnTo>
                  <a:cubicBezTo>
                    <a:pt x="127000" y="8096909"/>
                    <a:pt x="127000" y="8274862"/>
                    <a:pt x="127000" y="8363840"/>
                  </a:cubicBezTo>
                  <a:lnTo>
                    <a:pt x="254000" y="8363840"/>
                  </a:lnTo>
                  <a:lnTo>
                    <a:pt x="254000" y="8541793"/>
                  </a:lnTo>
                  <a:lnTo>
                    <a:pt x="381000" y="8541793"/>
                  </a:lnTo>
                  <a:lnTo>
                    <a:pt x="381000" y="8719748"/>
                  </a:lnTo>
                  <a:cubicBezTo>
                    <a:pt x="444500" y="8719748"/>
                    <a:pt x="571500" y="8719748"/>
                    <a:pt x="635000" y="8719748"/>
                  </a:cubicBezTo>
                  <a:lnTo>
                    <a:pt x="635000" y="8897702"/>
                  </a:lnTo>
                  <a:cubicBezTo>
                    <a:pt x="2242820" y="8897702"/>
                    <a:pt x="3853180" y="8897702"/>
                    <a:pt x="5461000" y="8897702"/>
                  </a:cubicBezTo>
                  <a:lnTo>
                    <a:pt x="5461000" y="8719748"/>
                  </a:lnTo>
                  <a:cubicBezTo>
                    <a:pt x="5524500" y="8719748"/>
                    <a:pt x="5651500" y="8719748"/>
                    <a:pt x="5715000" y="8719748"/>
                  </a:cubicBezTo>
                  <a:lnTo>
                    <a:pt x="5715000" y="8541793"/>
                  </a:lnTo>
                  <a:lnTo>
                    <a:pt x="5842000" y="8541793"/>
                  </a:lnTo>
                  <a:lnTo>
                    <a:pt x="5842000" y="8363840"/>
                  </a:lnTo>
                  <a:lnTo>
                    <a:pt x="5969000" y="8363840"/>
                  </a:lnTo>
                  <a:cubicBezTo>
                    <a:pt x="5969000" y="8274862"/>
                    <a:pt x="5969000" y="8096909"/>
                    <a:pt x="5969000" y="8007931"/>
                  </a:cubicBezTo>
                  <a:lnTo>
                    <a:pt x="6096000" y="8007931"/>
                  </a:lnTo>
                  <a:cubicBezTo>
                    <a:pt x="6096000" y="5635804"/>
                    <a:pt x="6096000" y="3261897"/>
                    <a:pt x="6096000" y="889770"/>
                  </a:cubicBezTo>
                  <a:lnTo>
                    <a:pt x="5969000" y="889770"/>
                  </a:lnTo>
                  <a:close/>
                </a:path>
              </a:pathLst>
            </a:custGeom>
            <a:blipFill>
              <a:blip r:embed="rId7"/>
              <a:stretch>
                <a:fillRect l="-88727" t="-18819" r="0" b="-10481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284090" y="4878168"/>
            <a:ext cx="3083067" cy="26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HIJAU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Hijau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Orange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Biru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Biru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Orange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Coklat</a:t>
            </a:r>
          </a:p>
          <a:p>
            <a:pPr algn="l" marL="404830" indent="-20241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Coklat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73095" y="4878168"/>
            <a:ext cx="3083067" cy="26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ORANGE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Orange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hijau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Biru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Biru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Hijau</a:t>
            </a:r>
          </a:p>
          <a:p>
            <a:pPr algn="l" marL="404830" indent="-202415" lvl="1">
              <a:lnSpc>
                <a:spcPts val="2625"/>
              </a:lnSpc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Putih Coklat</a:t>
            </a:r>
          </a:p>
          <a:p>
            <a:pPr algn="l" marL="404830" indent="-20241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Coklat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0355" y="1228725"/>
            <a:ext cx="9719876" cy="184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5"/>
              </a:lnSpc>
            </a:pPr>
            <a:r>
              <a:rPr lang="en-US" sz="7658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MENGHUBUNGKAN 2 LAPTOP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30754" y="3461709"/>
            <a:ext cx="9237395" cy="654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1. Menghubungkan Kabel LAN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iapkan dua laptop dan kabel LAN yang sudah dipasang konektor RJ45.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ubungkan kedua ujung kabel LAN ke port Ethernet masing-masing laptop.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astikan kabel terpasang dengan benar.</a:t>
            </a: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2. Membuka Control Panel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Klik tombol Start pada Windows.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ari dan buka Control Panel.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ilih menu Network and Sharing Center.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lik Change adapter settings untuk melihat koneksi jaringan yang tersedia.</a:t>
            </a: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3. Mengatur IP Address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lik kanan pada Ethernet, kemudian pilih Properties.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ilih Internet Protocol Version 4 (TCP/IPv4).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Klik Properties.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ilih Use the following IP address.</a:t>
            </a:r>
          </a:p>
          <a:p>
            <a:pPr algn="l" marL="382256" indent="-191128" lvl="1">
              <a:lnSpc>
                <a:spcPts val="2478"/>
              </a:lnSpc>
              <a:buFont typeface="Arial"/>
              <a:buChar char="•"/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asukkan konfigurasi berikut:</a:t>
            </a:r>
          </a:p>
          <a:p>
            <a:pPr algn="l">
              <a:lnSpc>
                <a:spcPts val="2478"/>
              </a:lnSpc>
            </a:pP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engaturan Laptop 1 Laptop 2</a:t>
            </a: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IP Address 192.168.1.1 </a:t>
            </a: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                </a:t>
            </a: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192.168.1.2</a:t>
            </a:r>
          </a:p>
          <a:p>
            <a:pPr algn="l">
              <a:lnSpc>
                <a:spcPts val="2478"/>
              </a:lnSpc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Subnet Mask 255.255.255.0 255.255.255.0</a:t>
            </a:r>
          </a:p>
          <a:p>
            <a:pPr algn="l">
              <a:lnSpc>
                <a:spcPts val="2478"/>
              </a:lnSpc>
              <a:spcBef>
                <a:spcPct val="0"/>
              </a:spcBef>
            </a:pPr>
            <a:r>
              <a:rPr lang="en-US" sz="1770" spc="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Klik OK untuk menyimpan pengaturan.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30754" y="3123530"/>
            <a:ext cx="1030981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4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LANGKAH-LANGKAH MENGHUBUNGKAN 2 LAPTOP MENGGUNAKAN KABEL LAN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28576" y="3072688"/>
            <a:ext cx="385752" cy="387433"/>
            <a:chOff x="0" y="0"/>
            <a:chExt cx="101597" cy="102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597" cy="102040"/>
            </a:xfrm>
            <a:custGeom>
              <a:avLst/>
              <a:gdLst/>
              <a:ahLst/>
              <a:cxnLst/>
              <a:rect r="r" b="b" t="t" l="l"/>
              <a:pathLst>
                <a:path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68149" y="1751931"/>
            <a:ext cx="5708650" cy="6484695"/>
            <a:chOff x="0" y="0"/>
            <a:chExt cx="9541823" cy="108389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41822" cy="10838958"/>
            </a:xfrm>
            <a:custGeom>
              <a:avLst/>
              <a:gdLst/>
              <a:ahLst/>
              <a:cxnLst/>
              <a:rect r="r" b="b" t="t" l="l"/>
              <a:pathLst>
                <a:path h="10838958" w="9541822">
                  <a:moveTo>
                    <a:pt x="9343034" y="1083896"/>
                  </a:moveTo>
                  <a:cubicBezTo>
                    <a:pt x="9343034" y="975506"/>
                    <a:pt x="9343034" y="758727"/>
                    <a:pt x="9343034" y="650337"/>
                  </a:cubicBezTo>
                  <a:lnTo>
                    <a:pt x="9144246" y="650337"/>
                  </a:lnTo>
                  <a:lnTo>
                    <a:pt x="9144246" y="433558"/>
                  </a:lnTo>
                  <a:lnTo>
                    <a:pt x="8945459" y="433558"/>
                  </a:lnTo>
                  <a:lnTo>
                    <a:pt x="8945459" y="216779"/>
                  </a:lnTo>
                  <a:cubicBezTo>
                    <a:pt x="8846065" y="216779"/>
                    <a:pt x="8647277" y="216779"/>
                    <a:pt x="8547883" y="216779"/>
                  </a:cubicBezTo>
                  <a:lnTo>
                    <a:pt x="8547883" y="0"/>
                  </a:lnTo>
                  <a:cubicBezTo>
                    <a:pt x="6031227" y="0"/>
                    <a:pt x="3510596" y="0"/>
                    <a:pt x="993940" y="0"/>
                  </a:cubicBezTo>
                  <a:lnTo>
                    <a:pt x="993940" y="216779"/>
                  </a:lnTo>
                  <a:cubicBezTo>
                    <a:pt x="894546" y="216779"/>
                    <a:pt x="695758" y="216779"/>
                    <a:pt x="596364" y="216779"/>
                  </a:cubicBezTo>
                  <a:lnTo>
                    <a:pt x="596364" y="433558"/>
                  </a:lnTo>
                  <a:lnTo>
                    <a:pt x="397576" y="433558"/>
                  </a:lnTo>
                  <a:lnTo>
                    <a:pt x="397576" y="650337"/>
                  </a:lnTo>
                  <a:lnTo>
                    <a:pt x="198788" y="650337"/>
                  </a:lnTo>
                  <a:cubicBezTo>
                    <a:pt x="198788" y="758727"/>
                    <a:pt x="198788" y="975506"/>
                    <a:pt x="198788" y="1083896"/>
                  </a:cubicBezTo>
                  <a:lnTo>
                    <a:pt x="0" y="1083896"/>
                  </a:lnTo>
                  <a:cubicBezTo>
                    <a:pt x="0" y="3973562"/>
                    <a:pt x="0" y="6865396"/>
                    <a:pt x="0" y="9755062"/>
                  </a:cubicBezTo>
                  <a:lnTo>
                    <a:pt x="198788" y="9755062"/>
                  </a:lnTo>
                  <a:cubicBezTo>
                    <a:pt x="198788" y="9863452"/>
                    <a:pt x="198788" y="10080231"/>
                    <a:pt x="198788" y="10188621"/>
                  </a:cubicBezTo>
                  <a:lnTo>
                    <a:pt x="397576" y="10188621"/>
                  </a:lnTo>
                  <a:lnTo>
                    <a:pt x="397576" y="10405400"/>
                  </a:lnTo>
                  <a:lnTo>
                    <a:pt x="596364" y="10405400"/>
                  </a:lnTo>
                  <a:lnTo>
                    <a:pt x="596364" y="10622179"/>
                  </a:lnTo>
                  <a:cubicBezTo>
                    <a:pt x="695758" y="10622179"/>
                    <a:pt x="894546" y="10622179"/>
                    <a:pt x="993940" y="10622179"/>
                  </a:cubicBezTo>
                  <a:lnTo>
                    <a:pt x="993940" y="10838958"/>
                  </a:lnTo>
                  <a:cubicBezTo>
                    <a:pt x="3510596" y="10838958"/>
                    <a:pt x="6031227" y="10838958"/>
                    <a:pt x="8547883" y="10838958"/>
                  </a:cubicBezTo>
                  <a:lnTo>
                    <a:pt x="8547883" y="10622179"/>
                  </a:lnTo>
                  <a:cubicBezTo>
                    <a:pt x="8647277" y="10622179"/>
                    <a:pt x="8846065" y="10622179"/>
                    <a:pt x="8945459" y="10622179"/>
                  </a:cubicBezTo>
                  <a:lnTo>
                    <a:pt x="8945459" y="10405400"/>
                  </a:lnTo>
                  <a:lnTo>
                    <a:pt x="9144246" y="10405400"/>
                  </a:lnTo>
                  <a:lnTo>
                    <a:pt x="9144246" y="10188621"/>
                  </a:lnTo>
                  <a:lnTo>
                    <a:pt x="9343034" y="10188621"/>
                  </a:lnTo>
                  <a:cubicBezTo>
                    <a:pt x="9343034" y="10080231"/>
                    <a:pt x="9343034" y="9863452"/>
                    <a:pt x="9343034" y="9755062"/>
                  </a:cubicBezTo>
                  <a:lnTo>
                    <a:pt x="9541822" y="9755062"/>
                  </a:lnTo>
                  <a:cubicBezTo>
                    <a:pt x="9541822" y="6865396"/>
                    <a:pt x="9541822" y="3973562"/>
                    <a:pt x="9541822" y="1083896"/>
                  </a:cubicBezTo>
                  <a:lnTo>
                    <a:pt x="9343034" y="1083896"/>
                  </a:lnTo>
                  <a:close/>
                </a:path>
              </a:pathLst>
            </a:custGeom>
            <a:blipFill>
              <a:blip r:embed="rId7"/>
              <a:stretch>
                <a:fillRect l="-11061" t="-68925" r="-12745" b="-73275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21820" y="3986747"/>
            <a:ext cx="385752" cy="387433"/>
            <a:chOff x="0" y="0"/>
            <a:chExt cx="101597" cy="10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597" cy="102040"/>
            </a:xfrm>
            <a:custGeom>
              <a:avLst/>
              <a:gdLst/>
              <a:ahLst/>
              <a:cxnLst/>
              <a:rect r="r" b="b" t="t" l="l"/>
              <a:pathLst>
                <a:path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21820" y="6143113"/>
            <a:ext cx="385752" cy="387433"/>
            <a:chOff x="0" y="0"/>
            <a:chExt cx="101597" cy="102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597" cy="102040"/>
            </a:xfrm>
            <a:custGeom>
              <a:avLst/>
              <a:gdLst/>
              <a:ahLst/>
              <a:cxnLst/>
              <a:rect r="r" b="b" t="t" l="l"/>
              <a:pathLst>
                <a:path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02909" y="1751931"/>
            <a:ext cx="5534568" cy="5652133"/>
            <a:chOff x="0" y="0"/>
            <a:chExt cx="621792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538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15380">
                  <a:moveTo>
                    <a:pt x="6085840" y="1851660"/>
                  </a:moveTo>
                  <a:lnTo>
                    <a:pt x="6085840" y="1719580"/>
                  </a:lnTo>
                  <a:lnTo>
                    <a:pt x="5953760" y="1719580"/>
                  </a:lnTo>
                  <a:lnTo>
                    <a:pt x="5953760" y="1587500"/>
                  </a:lnTo>
                  <a:lnTo>
                    <a:pt x="5821680" y="1587500"/>
                  </a:lnTo>
                  <a:lnTo>
                    <a:pt x="5821680" y="1455420"/>
                  </a:lnTo>
                  <a:lnTo>
                    <a:pt x="5689600" y="1455420"/>
                  </a:lnTo>
                  <a:lnTo>
                    <a:pt x="5689600" y="1323340"/>
                  </a:lnTo>
                  <a:lnTo>
                    <a:pt x="5557520" y="1323340"/>
                  </a:lnTo>
                  <a:lnTo>
                    <a:pt x="5557520" y="1189990"/>
                  </a:lnTo>
                  <a:lnTo>
                    <a:pt x="5425440" y="1189990"/>
                  </a:lnTo>
                  <a:lnTo>
                    <a:pt x="5425440" y="1057910"/>
                  </a:lnTo>
                  <a:lnTo>
                    <a:pt x="5293360" y="1057910"/>
                  </a:lnTo>
                  <a:lnTo>
                    <a:pt x="5293360" y="925830"/>
                  </a:lnTo>
                  <a:lnTo>
                    <a:pt x="5161280" y="925830"/>
                  </a:lnTo>
                  <a:lnTo>
                    <a:pt x="5161280" y="793750"/>
                  </a:lnTo>
                  <a:lnTo>
                    <a:pt x="5029200" y="793750"/>
                  </a:lnTo>
                  <a:lnTo>
                    <a:pt x="5029200" y="661670"/>
                  </a:lnTo>
                  <a:lnTo>
                    <a:pt x="4897120" y="661670"/>
                  </a:lnTo>
                  <a:lnTo>
                    <a:pt x="4897120" y="529590"/>
                  </a:lnTo>
                  <a:lnTo>
                    <a:pt x="4762500" y="529590"/>
                  </a:lnTo>
                  <a:lnTo>
                    <a:pt x="4762500" y="397510"/>
                  </a:lnTo>
                  <a:lnTo>
                    <a:pt x="4630420" y="397510"/>
                  </a:lnTo>
                  <a:lnTo>
                    <a:pt x="4630420" y="264160"/>
                  </a:lnTo>
                  <a:lnTo>
                    <a:pt x="4498340" y="264160"/>
                  </a:lnTo>
                  <a:lnTo>
                    <a:pt x="4498340" y="132080"/>
                  </a:lnTo>
                  <a:lnTo>
                    <a:pt x="4366260" y="132080"/>
                  </a:lnTo>
                  <a:lnTo>
                    <a:pt x="4366260" y="0"/>
                  </a:lnTo>
                  <a:cubicBezTo>
                    <a:pt x="3530600" y="0"/>
                    <a:pt x="2688590" y="0"/>
                    <a:pt x="1852930" y="0"/>
                  </a:cubicBezTo>
                  <a:lnTo>
                    <a:pt x="1852930" y="132080"/>
                  </a:lnTo>
                  <a:lnTo>
                    <a:pt x="1720850" y="132080"/>
                  </a:lnTo>
                  <a:lnTo>
                    <a:pt x="1720850" y="264160"/>
                  </a:lnTo>
                  <a:lnTo>
                    <a:pt x="1587500" y="264160"/>
                  </a:lnTo>
                  <a:lnTo>
                    <a:pt x="1587500" y="396240"/>
                  </a:lnTo>
                  <a:lnTo>
                    <a:pt x="1455420" y="396240"/>
                  </a:lnTo>
                  <a:lnTo>
                    <a:pt x="1455420" y="528320"/>
                  </a:lnTo>
                  <a:lnTo>
                    <a:pt x="1323340" y="528320"/>
                  </a:lnTo>
                  <a:lnTo>
                    <a:pt x="1323340" y="660400"/>
                  </a:lnTo>
                  <a:lnTo>
                    <a:pt x="1189990" y="660400"/>
                  </a:lnTo>
                  <a:lnTo>
                    <a:pt x="1189990" y="792480"/>
                  </a:lnTo>
                  <a:lnTo>
                    <a:pt x="1057910" y="792480"/>
                  </a:lnTo>
                  <a:lnTo>
                    <a:pt x="1057910" y="924560"/>
                  </a:lnTo>
                  <a:lnTo>
                    <a:pt x="925830" y="924560"/>
                  </a:lnTo>
                  <a:lnTo>
                    <a:pt x="925830" y="1056640"/>
                  </a:lnTo>
                  <a:lnTo>
                    <a:pt x="793750" y="1056640"/>
                  </a:lnTo>
                  <a:lnTo>
                    <a:pt x="793750" y="1188720"/>
                  </a:lnTo>
                  <a:lnTo>
                    <a:pt x="661670" y="1188720"/>
                  </a:lnTo>
                  <a:lnTo>
                    <a:pt x="661670" y="1320800"/>
                  </a:lnTo>
                  <a:lnTo>
                    <a:pt x="529590" y="1320800"/>
                  </a:lnTo>
                  <a:lnTo>
                    <a:pt x="529590" y="1452880"/>
                  </a:lnTo>
                  <a:lnTo>
                    <a:pt x="397510" y="1452880"/>
                  </a:lnTo>
                  <a:lnTo>
                    <a:pt x="397510" y="1587500"/>
                  </a:lnTo>
                  <a:lnTo>
                    <a:pt x="264160" y="1587500"/>
                  </a:lnTo>
                  <a:lnTo>
                    <a:pt x="264160" y="1719580"/>
                  </a:lnTo>
                  <a:lnTo>
                    <a:pt x="132080" y="1719580"/>
                  </a:lnTo>
                  <a:lnTo>
                    <a:pt x="132080" y="1851660"/>
                  </a:lnTo>
                  <a:lnTo>
                    <a:pt x="0" y="1851660"/>
                  </a:lnTo>
                  <a:cubicBezTo>
                    <a:pt x="0" y="2731770"/>
                    <a:pt x="0" y="3618230"/>
                    <a:pt x="0" y="4497070"/>
                  </a:cubicBezTo>
                  <a:lnTo>
                    <a:pt x="132080" y="4497070"/>
                  </a:lnTo>
                  <a:lnTo>
                    <a:pt x="132080" y="4629150"/>
                  </a:lnTo>
                  <a:lnTo>
                    <a:pt x="264160" y="4629150"/>
                  </a:lnTo>
                  <a:lnTo>
                    <a:pt x="264160" y="4762500"/>
                  </a:lnTo>
                  <a:lnTo>
                    <a:pt x="396240" y="4762500"/>
                  </a:lnTo>
                  <a:lnTo>
                    <a:pt x="396240" y="4894580"/>
                  </a:lnTo>
                  <a:lnTo>
                    <a:pt x="528320" y="4894580"/>
                  </a:lnTo>
                  <a:lnTo>
                    <a:pt x="528320" y="5026660"/>
                  </a:lnTo>
                  <a:lnTo>
                    <a:pt x="660400" y="5026660"/>
                  </a:lnTo>
                  <a:lnTo>
                    <a:pt x="660400" y="5158740"/>
                  </a:lnTo>
                  <a:lnTo>
                    <a:pt x="792480" y="5158740"/>
                  </a:lnTo>
                  <a:lnTo>
                    <a:pt x="792480" y="5290820"/>
                  </a:lnTo>
                  <a:lnTo>
                    <a:pt x="924560" y="5290820"/>
                  </a:lnTo>
                  <a:lnTo>
                    <a:pt x="924560" y="5422900"/>
                  </a:lnTo>
                  <a:lnTo>
                    <a:pt x="1056640" y="5422900"/>
                  </a:lnTo>
                  <a:lnTo>
                    <a:pt x="1056640" y="5554980"/>
                  </a:lnTo>
                  <a:lnTo>
                    <a:pt x="1188720" y="5554980"/>
                  </a:lnTo>
                  <a:lnTo>
                    <a:pt x="1188720" y="5687060"/>
                  </a:lnTo>
                  <a:lnTo>
                    <a:pt x="1320800" y="5687060"/>
                  </a:lnTo>
                  <a:lnTo>
                    <a:pt x="1320800" y="5819140"/>
                  </a:lnTo>
                  <a:lnTo>
                    <a:pt x="1452880" y="5819140"/>
                  </a:lnTo>
                  <a:lnTo>
                    <a:pt x="1452880" y="5951220"/>
                  </a:lnTo>
                  <a:lnTo>
                    <a:pt x="1587500" y="5951220"/>
                  </a:lnTo>
                  <a:lnTo>
                    <a:pt x="1587500" y="6083300"/>
                  </a:lnTo>
                  <a:lnTo>
                    <a:pt x="1719580" y="6083300"/>
                  </a:lnTo>
                  <a:lnTo>
                    <a:pt x="1719580" y="6215380"/>
                  </a:lnTo>
                  <a:lnTo>
                    <a:pt x="1851660" y="6215380"/>
                  </a:lnTo>
                  <a:lnTo>
                    <a:pt x="1851660" y="6350000"/>
                  </a:lnTo>
                  <a:cubicBezTo>
                    <a:pt x="2687320" y="6350000"/>
                    <a:pt x="3529330" y="6350000"/>
                    <a:pt x="4364990" y="6350000"/>
                  </a:cubicBezTo>
                  <a:lnTo>
                    <a:pt x="4364990" y="6217920"/>
                  </a:lnTo>
                  <a:lnTo>
                    <a:pt x="4497070" y="6217920"/>
                  </a:lnTo>
                  <a:lnTo>
                    <a:pt x="4497070" y="6085840"/>
                  </a:lnTo>
                  <a:lnTo>
                    <a:pt x="4629150" y="6085840"/>
                  </a:lnTo>
                  <a:lnTo>
                    <a:pt x="4629150" y="5953760"/>
                  </a:lnTo>
                  <a:lnTo>
                    <a:pt x="4762500" y="5953760"/>
                  </a:lnTo>
                  <a:lnTo>
                    <a:pt x="4762500" y="5821680"/>
                  </a:lnTo>
                  <a:lnTo>
                    <a:pt x="4894580" y="5821680"/>
                  </a:lnTo>
                  <a:lnTo>
                    <a:pt x="4894580" y="5689600"/>
                  </a:lnTo>
                  <a:lnTo>
                    <a:pt x="5026660" y="5689600"/>
                  </a:lnTo>
                  <a:lnTo>
                    <a:pt x="5026660" y="5557520"/>
                  </a:lnTo>
                  <a:lnTo>
                    <a:pt x="5158740" y="5557520"/>
                  </a:lnTo>
                  <a:lnTo>
                    <a:pt x="5158740" y="5425440"/>
                  </a:lnTo>
                  <a:lnTo>
                    <a:pt x="5290820" y="5425440"/>
                  </a:lnTo>
                  <a:lnTo>
                    <a:pt x="5290820" y="5293360"/>
                  </a:lnTo>
                  <a:lnTo>
                    <a:pt x="5422900" y="5293360"/>
                  </a:lnTo>
                  <a:lnTo>
                    <a:pt x="5422900" y="5161280"/>
                  </a:lnTo>
                  <a:lnTo>
                    <a:pt x="5554980" y="5161280"/>
                  </a:lnTo>
                  <a:lnTo>
                    <a:pt x="5554980" y="5029200"/>
                  </a:lnTo>
                  <a:lnTo>
                    <a:pt x="5687060" y="5029200"/>
                  </a:lnTo>
                  <a:lnTo>
                    <a:pt x="5687060" y="4897120"/>
                  </a:lnTo>
                  <a:lnTo>
                    <a:pt x="5819140" y="4897120"/>
                  </a:lnTo>
                  <a:lnTo>
                    <a:pt x="5819140" y="4762500"/>
                  </a:lnTo>
                  <a:lnTo>
                    <a:pt x="5951220" y="4762500"/>
                  </a:lnTo>
                  <a:lnTo>
                    <a:pt x="5951220" y="4630420"/>
                  </a:lnTo>
                  <a:lnTo>
                    <a:pt x="6083300" y="4630420"/>
                  </a:lnTo>
                  <a:lnTo>
                    <a:pt x="6083300" y="4498340"/>
                  </a:lnTo>
                  <a:lnTo>
                    <a:pt x="6215380" y="4498340"/>
                  </a:lnTo>
                  <a:cubicBezTo>
                    <a:pt x="6215380" y="3618230"/>
                    <a:pt x="6215380" y="2731770"/>
                    <a:pt x="6215380" y="1852930"/>
                  </a:cubicBezTo>
                  <a:lnTo>
                    <a:pt x="6085840" y="1852930"/>
                  </a:lnTo>
                  <a:close/>
                </a:path>
              </a:pathLst>
            </a:custGeom>
            <a:blipFill>
              <a:blip r:embed="rId7"/>
              <a:stretch>
                <a:fillRect l="-7142" t="-4505" r="-6857" b="-65079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71504" y="6119735"/>
            <a:ext cx="3375929" cy="3447640"/>
            <a:chOff x="0" y="0"/>
            <a:chExt cx="621792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538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15380">
                  <a:moveTo>
                    <a:pt x="6085840" y="1851660"/>
                  </a:moveTo>
                  <a:lnTo>
                    <a:pt x="6085840" y="1719580"/>
                  </a:lnTo>
                  <a:lnTo>
                    <a:pt x="5953760" y="1719580"/>
                  </a:lnTo>
                  <a:lnTo>
                    <a:pt x="5953760" y="1587500"/>
                  </a:lnTo>
                  <a:lnTo>
                    <a:pt x="5821680" y="1587500"/>
                  </a:lnTo>
                  <a:lnTo>
                    <a:pt x="5821680" y="1455420"/>
                  </a:lnTo>
                  <a:lnTo>
                    <a:pt x="5689600" y="1455420"/>
                  </a:lnTo>
                  <a:lnTo>
                    <a:pt x="5689600" y="1323340"/>
                  </a:lnTo>
                  <a:lnTo>
                    <a:pt x="5557520" y="1323340"/>
                  </a:lnTo>
                  <a:lnTo>
                    <a:pt x="5557520" y="1189990"/>
                  </a:lnTo>
                  <a:lnTo>
                    <a:pt x="5425440" y="1189990"/>
                  </a:lnTo>
                  <a:lnTo>
                    <a:pt x="5425440" y="1057910"/>
                  </a:lnTo>
                  <a:lnTo>
                    <a:pt x="5293360" y="1057910"/>
                  </a:lnTo>
                  <a:lnTo>
                    <a:pt x="5293360" y="925830"/>
                  </a:lnTo>
                  <a:lnTo>
                    <a:pt x="5161280" y="925830"/>
                  </a:lnTo>
                  <a:lnTo>
                    <a:pt x="5161280" y="793750"/>
                  </a:lnTo>
                  <a:lnTo>
                    <a:pt x="5029200" y="793750"/>
                  </a:lnTo>
                  <a:lnTo>
                    <a:pt x="5029200" y="661670"/>
                  </a:lnTo>
                  <a:lnTo>
                    <a:pt x="4897120" y="661670"/>
                  </a:lnTo>
                  <a:lnTo>
                    <a:pt x="4897120" y="529590"/>
                  </a:lnTo>
                  <a:lnTo>
                    <a:pt x="4762500" y="529590"/>
                  </a:lnTo>
                  <a:lnTo>
                    <a:pt x="4762500" y="397510"/>
                  </a:lnTo>
                  <a:lnTo>
                    <a:pt x="4630420" y="397510"/>
                  </a:lnTo>
                  <a:lnTo>
                    <a:pt x="4630420" y="264160"/>
                  </a:lnTo>
                  <a:lnTo>
                    <a:pt x="4498340" y="264160"/>
                  </a:lnTo>
                  <a:lnTo>
                    <a:pt x="4498340" y="132080"/>
                  </a:lnTo>
                  <a:lnTo>
                    <a:pt x="4366260" y="132080"/>
                  </a:lnTo>
                  <a:lnTo>
                    <a:pt x="4366260" y="0"/>
                  </a:lnTo>
                  <a:cubicBezTo>
                    <a:pt x="3530600" y="0"/>
                    <a:pt x="2688590" y="0"/>
                    <a:pt x="1852930" y="0"/>
                  </a:cubicBezTo>
                  <a:lnTo>
                    <a:pt x="1852930" y="132080"/>
                  </a:lnTo>
                  <a:lnTo>
                    <a:pt x="1720850" y="132080"/>
                  </a:lnTo>
                  <a:lnTo>
                    <a:pt x="1720850" y="264160"/>
                  </a:lnTo>
                  <a:lnTo>
                    <a:pt x="1587500" y="264160"/>
                  </a:lnTo>
                  <a:lnTo>
                    <a:pt x="1587500" y="396240"/>
                  </a:lnTo>
                  <a:lnTo>
                    <a:pt x="1455420" y="396240"/>
                  </a:lnTo>
                  <a:lnTo>
                    <a:pt x="1455420" y="528320"/>
                  </a:lnTo>
                  <a:lnTo>
                    <a:pt x="1323340" y="528320"/>
                  </a:lnTo>
                  <a:lnTo>
                    <a:pt x="1323340" y="660400"/>
                  </a:lnTo>
                  <a:lnTo>
                    <a:pt x="1189990" y="660400"/>
                  </a:lnTo>
                  <a:lnTo>
                    <a:pt x="1189990" y="792480"/>
                  </a:lnTo>
                  <a:lnTo>
                    <a:pt x="1057910" y="792480"/>
                  </a:lnTo>
                  <a:lnTo>
                    <a:pt x="1057910" y="924560"/>
                  </a:lnTo>
                  <a:lnTo>
                    <a:pt x="925830" y="924560"/>
                  </a:lnTo>
                  <a:lnTo>
                    <a:pt x="925830" y="1056640"/>
                  </a:lnTo>
                  <a:lnTo>
                    <a:pt x="793750" y="1056640"/>
                  </a:lnTo>
                  <a:lnTo>
                    <a:pt x="793750" y="1188720"/>
                  </a:lnTo>
                  <a:lnTo>
                    <a:pt x="661670" y="1188720"/>
                  </a:lnTo>
                  <a:lnTo>
                    <a:pt x="661670" y="1320800"/>
                  </a:lnTo>
                  <a:lnTo>
                    <a:pt x="529590" y="1320800"/>
                  </a:lnTo>
                  <a:lnTo>
                    <a:pt x="529590" y="1452880"/>
                  </a:lnTo>
                  <a:lnTo>
                    <a:pt x="397510" y="1452880"/>
                  </a:lnTo>
                  <a:lnTo>
                    <a:pt x="397510" y="1587500"/>
                  </a:lnTo>
                  <a:lnTo>
                    <a:pt x="264160" y="1587500"/>
                  </a:lnTo>
                  <a:lnTo>
                    <a:pt x="264160" y="1719580"/>
                  </a:lnTo>
                  <a:lnTo>
                    <a:pt x="132080" y="1719580"/>
                  </a:lnTo>
                  <a:lnTo>
                    <a:pt x="132080" y="1851660"/>
                  </a:lnTo>
                  <a:lnTo>
                    <a:pt x="0" y="1851660"/>
                  </a:lnTo>
                  <a:cubicBezTo>
                    <a:pt x="0" y="2731770"/>
                    <a:pt x="0" y="3618230"/>
                    <a:pt x="0" y="4497070"/>
                  </a:cubicBezTo>
                  <a:lnTo>
                    <a:pt x="132080" y="4497070"/>
                  </a:lnTo>
                  <a:lnTo>
                    <a:pt x="132080" y="4629150"/>
                  </a:lnTo>
                  <a:lnTo>
                    <a:pt x="264160" y="4629150"/>
                  </a:lnTo>
                  <a:lnTo>
                    <a:pt x="264160" y="4762500"/>
                  </a:lnTo>
                  <a:lnTo>
                    <a:pt x="396240" y="4762500"/>
                  </a:lnTo>
                  <a:lnTo>
                    <a:pt x="396240" y="4894580"/>
                  </a:lnTo>
                  <a:lnTo>
                    <a:pt x="528320" y="4894580"/>
                  </a:lnTo>
                  <a:lnTo>
                    <a:pt x="528320" y="5026660"/>
                  </a:lnTo>
                  <a:lnTo>
                    <a:pt x="660400" y="5026660"/>
                  </a:lnTo>
                  <a:lnTo>
                    <a:pt x="660400" y="5158740"/>
                  </a:lnTo>
                  <a:lnTo>
                    <a:pt x="792480" y="5158740"/>
                  </a:lnTo>
                  <a:lnTo>
                    <a:pt x="792480" y="5290820"/>
                  </a:lnTo>
                  <a:lnTo>
                    <a:pt x="924560" y="5290820"/>
                  </a:lnTo>
                  <a:lnTo>
                    <a:pt x="924560" y="5422900"/>
                  </a:lnTo>
                  <a:lnTo>
                    <a:pt x="1056640" y="5422900"/>
                  </a:lnTo>
                  <a:lnTo>
                    <a:pt x="1056640" y="5554980"/>
                  </a:lnTo>
                  <a:lnTo>
                    <a:pt x="1188720" y="5554980"/>
                  </a:lnTo>
                  <a:lnTo>
                    <a:pt x="1188720" y="5687060"/>
                  </a:lnTo>
                  <a:lnTo>
                    <a:pt x="1320800" y="5687060"/>
                  </a:lnTo>
                  <a:lnTo>
                    <a:pt x="1320800" y="5819140"/>
                  </a:lnTo>
                  <a:lnTo>
                    <a:pt x="1452880" y="5819140"/>
                  </a:lnTo>
                  <a:lnTo>
                    <a:pt x="1452880" y="5951220"/>
                  </a:lnTo>
                  <a:lnTo>
                    <a:pt x="1587500" y="5951220"/>
                  </a:lnTo>
                  <a:lnTo>
                    <a:pt x="1587500" y="6083300"/>
                  </a:lnTo>
                  <a:lnTo>
                    <a:pt x="1719580" y="6083300"/>
                  </a:lnTo>
                  <a:lnTo>
                    <a:pt x="1719580" y="6215380"/>
                  </a:lnTo>
                  <a:lnTo>
                    <a:pt x="1851660" y="6215380"/>
                  </a:lnTo>
                  <a:lnTo>
                    <a:pt x="1851660" y="6350000"/>
                  </a:lnTo>
                  <a:cubicBezTo>
                    <a:pt x="2687320" y="6350000"/>
                    <a:pt x="3529330" y="6350000"/>
                    <a:pt x="4364990" y="6350000"/>
                  </a:cubicBezTo>
                  <a:lnTo>
                    <a:pt x="4364990" y="6217920"/>
                  </a:lnTo>
                  <a:lnTo>
                    <a:pt x="4497070" y="6217920"/>
                  </a:lnTo>
                  <a:lnTo>
                    <a:pt x="4497070" y="6085840"/>
                  </a:lnTo>
                  <a:lnTo>
                    <a:pt x="4629150" y="6085840"/>
                  </a:lnTo>
                  <a:lnTo>
                    <a:pt x="4629150" y="5953760"/>
                  </a:lnTo>
                  <a:lnTo>
                    <a:pt x="4762500" y="5953760"/>
                  </a:lnTo>
                  <a:lnTo>
                    <a:pt x="4762500" y="5821680"/>
                  </a:lnTo>
                  <a:lnTo>
                    <a:pt x="4894580" y="5821680"/>
                  </a:lnTo>
                  <a:lnTo>
                    <a:pt x="4894580" y="5689600"/>
                  </a:lnTo>
                  <a:lnTo>
                    <a:pt x="5026660" y="5689600"/>
                  </a:lnTo>
                  <a:lnTo>
                    <a:pt x="5026660" y="5557520"/>
                  </a:lnTo>
                  <a:lnTo>
                    <a:pt x="5158740" y="5557520"/>
                  </a:lnTo>
                  <a:lnTo>
                    <a:pt x="5158740" y="5425440"/>
                  </a:lnTo>
                  <a:lnTo>
                    <a:pt x="5290820" y="5425440"/>
                  </a:lnTo>
                  <a:lnTo>
                    <a:pt x="5290820" y="5293360"/>
                  </a:lnTo>
                  <a:lnTo>
                    <a:pt x="5422900" y="5293360"/>
                  </a:lnTo>
                  <a:lnTo>
                    <a:pt x="5422900" y="5161280"/>
                  </a:lnTo>
                  <a:lnTo>
                    <a:pt x="5554980" y="5161280"/>
                  </a:lnTo>
                  <a:lnTo>
                    <a:pt x="5554980" y="5029200"/>
                  </a:lnTo>
                  <a:lnTo>
                    <a:pt x="5687060" y="5029200"/>
                  </a:lnTo>
                  <a:lnTo>
                    <a:pt x="5687060" y="4897120"/>
                  </a:lnTo>
                  <a:lnTo>
                    <a:pt x="5819140" y="4897120"/>
                  </a:lnTo>
                  <a:lnTo>
                    <a:pt x="5819140" y="4762500"/>
                  </a:lnTo>
                  <a:lnTo>
                    <a:pt x="5951220" y="4762500"/>
                  </a:lnTo>
                  <a:lnTo>
                    <a:pt x="5951220" y="4630420"/>
                  </a:lnTo>
                  <a:lnTo>
                    <a:pt x="6083300" y="4630420"/>
                  </a:lnTo>
                  <a:lnTo>
                    <a:pt x="6083300" y="4498340"/>
                  </a:lnTo>
                  <a:lnTo>
                    <a:pt x="6215380" y="4498340"/>
                  </a:lnTo>
                  <a:cubicBezTo>
                    <a:pt x="6215380" y="3618230"/>
                    <a:pt x="6215380" y="2731770"/>
                    <a:pt x="6215380" y="1852930"/>
                  </a:cubicBezTo>
                  <a:lnTo>
                    <a:pt x="6085840" y="185293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5597"/>
              </a:stretch>
            </a:blipFill>
            <a:ln w="19050" cap="sq">
              <a:solidFill>
                <a:srgbClr val="96C5D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337486" y="774701"/>
            <a:ext cx="9294653" cy="248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sz="7001" b="true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PENGECEKAN KETERHUBUNGAN ANTAR LAPTOP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0688" y="4326555"/>
            <a:ext cx="10041218" cy="313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53" indent="-240426" lvl="1">
              <a:lnSpc>
                <a:spcPts val="3118"/>
              </a:lnSpc>
              <a:buFont typeface="Arial"/>
              <a:buChar char="•"/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Tekan Windows + R.</a:t>
            </a:r>
          </a:p>
          <a:p>
            <a:pPr algn="l" marL="480853" indent="-240426" lvl="1">
              <a:lnSpc>
                <a:spcPts val="3118"/>
              </a:lnSpc>
              <a:buFont typeface="Arial"/>
              <a:buChar char="•"/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Ketik cmd, lalu tekan Enter.</a:t>
            </a:r>
          </a:p>
          <a:p>
            <a:pPr algn="l" marL="480853" indent="-240426" lvl="1">
              <a:lnSpc>
                <a:spcPts val="3118"/>
              </a:lnSpc>
              <a:buFont typeface="Arial"/>
              <a:buChar char="•"/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Pada laptop pertama, ketik perintah: ping 192.168.1.2</a:t>
            </a:r>
          </a:p>
          <a:p>
            <a:pPr algn="l" marL="480853" indent="-240426" lvl="1">
              <a:lnSpc>
                <a:spcPts val="3118"/>
              </a:lnSpc>
              <a:buFont typeface="Arial"/>
              <a:buChar char="•"/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Pada laptop kedua, ketik: ping 192.168.1.1</a:t>
            </a:r>
          </a:p>
          <a:p>
            <a:pPr algn="l" marL="480853" indent="-240426" lvl="1">
              <a:lnSpc>
                <a:spcPts val="3118"/>
              </a:lnSpc>
              <a:buFont typeface="Arial"/>
              <a:buChar char="•"/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Tekan Enter untuk menjalankan perintah.</a:t>
            </a:r>
          </a:p>
          <a:p>
            <a:pPr algn="l">
              <a:lnSpc>
                <a:spcPts val="3118"/>
              </a:lnSpc>
            </a:pPr>
          </a:p>
          <a:p>
            <a:pPr algn="l">
              <a:lnSpc>
                <a:spcPts val="3118"/>
              </a:lnSpc>
              <a:spcBef>
                <a:spcPct val="0"/>
              </a:spcBef>
            </a:pPr>
            <a:r>
              <a:rPr lang="en-US" sz="2227" spc="6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Apabila muncul tulisan Reply from, berarti kedua laptop berhasil terhubung melalui jaringan LAN.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10688" y="3939122"/>
            <a:ext cx="6578835" cy="33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b="true" sz="1875" spc="5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MELAKUKAN PENGUJIAN KONEKSI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920" y="0"/>
            <a:ext cx="18449839" cy="7545166"/>
            <a:chOff x="0" y="0"/>
            <a:chExt cx="4859217" cy="198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17" cy="1987204"/>
            </a:xfrm>
            <a:custGeom>
              <a:avLst/>
              <a:gdLst/>
              <a:ahLst/>
              <a:cxnLst/>
              <a:rect r="r" b="b" t="t" l="l"/>
              <a:pathLst>
                <a:path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 rotWithShape="true">
              <a:gsLst>
                <a:gs pos="0">
                  <a:srgbClr val="060606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860" y="-1996888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05368" y="1767728"/>
            <a:ext cx="17038026" cy="7689441"/>
            <a:chOff x="0" y="0"/>
            <a:chExt cx="42357294" cy="191162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57294" cy="19116294"/>
            </a:xfrm>
            <a:custGeom>
              <a:avLst/>
              <a:gdLst/>
              <a:ahLst/>
              <a:cxnLst/>
              <a:rect r="r" b="b" t="t" l="l"/>
              <a:pathLst>
                <a:path h="19116294" w="42357294">
                  <a:moveTo>
                    <a:pt x="41474851" y="1911629"/>
                  </a:moveTo>
                  <a:cubicBezTo>
                    <a:pt x="41474851" y="1720466"/>
                    <a:pt x="41474851" y="1338141"/>
                    <a:pt x="41474851" y="1146978"/>
                  </a:cubicBezTo>
                  <a:lnTo>
                    <a:pt x="40592406" y="1146978"/>
                  </a:lnTo>
                  <a:lnTo>
                    <a:pt x="40592406" y="764652"/>
                  </a:lnTo>
                  <a:lnTo>
                    <a:pt x="39709964" y="764652"/>
                  </a:lnTo>
                  <a:lnTo>
                    <a:pt x="39709964" y="382326"/>
                  </a:lnTo>
                  <a:cubicBezTo>
                    <a:pt x="39268741" y="382326"/>
                    <a:pt x="38386299" y="382326"/>
                    <a:pt x="37945076" y="382326"/>
                  </a:cubicBezTo>
                  <a:lnTo>
                    <a:pt x="37945076" y="0"/>
                  </a:lnTo>
                  <a:cubicBezTo>
                    <a:pt x="26773339" y="0"/>
                    <a:pt x="15583956" y="0"/>
                    <a:pt x="4412218" y="0"/>
                  </a:cubicBezTo>
                  <a:lnTo>
                    <a:pt x="4412218" y="382326"/>
                  </a:lnTo>
                  <a:cubicBezTo>
                    <a:pt x="3970996" y="382326"/>
                    <a:pt x="3088553" y="382326"/>
                    <a:pt x="2647331" y="382326"/>
                  </a:cubicBezTo>
                  <a:lnTo>
                    <a:pt x="2647331" y="764652"/>
                  </a:lnTo>
                  <a:lnTo>
                    <a:pt x="1764887" y="764652"/>
                  </a:lnTo>
                  <a:lnTo>
                    <a:pt x="1764887" y="1146978"/>
                  </a:lnTo>
                  <a:lnTo>
                    <a:pt x="882444" y="1146978"/>
                  </a:lnTo>
                  <a:cubicBezTo>
                    <a:pt x="882444" y="1338141"/>
                    <a:pt x="882444" y="1720466"/>
                    <a:pt x="882444" y="1911629"/>
                  </a:cubicBezTo>
                  <a:lnTo>
                    <a:pt x="0" y="1911629"/>
                  </a:lnTo>
                  <a:cubicBezTo>
                    <a:pt x="0" y="7008033"/>
                    <a:pt x="0" y="12108261"/>
                    <a:pt x="0" y="17204665"/>
                  </a:cubicBezTo>
                  <a:lnTo>
                    <a:pt x="882444" y="17204665"/>
                  </a:lnTo>
                  <a:cubicBezTo>
                    <a:pt x="882444" y="17395828"/>
                    <a:pt x="882444" y="17778154"/>
                    <a:pt x="882444" y="17969316"/>
                  </a:cubicBezTo>
                  <a:lnTo>
                    <a:pt x="1764887" y="17969316"/>
                  </a:lnTo>
                  <a:lnTo>
                    <a:pt x="1764887" y="18351643"/>
                  </a:lnTo>
                  <a:lnTo>
                    <a:pt x="2647331" y="18351643"/>
                  </a:lnTo>
                  <a:lnTo>
                    <a:pt x="2647331" y="18733968"/>
                  </a:lnTo>
                  <a:cubicBezTo>
                    <a:pt x="3088553" y="18733968"/>
                    <a:pt x="3970996" y="18733968"/>
                    <a:pt x="4412218" y="18733968"/>
                  </a:cubicBezTo>
                  <a:lnTo>
                    <a:pt x="4412218" y="19116294"/>
                  </a:lnTo>
                  <a:cubicBezTo>
                    <a:pt x="15583956" y="19116294"/>
                    <a:pt x="26773339" y="19116294"/>
                    <a:pt x="37945076" y="19116294"/>
                  </a:cubicBezTo>
                  <a:lnTo>
                    <a:pt x="37945076" y="18733968"/>
                  </a:lnTo>
                  <a:cubicBezTo>
                    <a:pt x="38386299" y="18733968"/>
                    <a:pt x="39268741" y="18733968"/>
                    <a:pt x="39709964" y="18733968"/>
                  </a:cubicBezTo>
                  <a:lnTo>
                    <a:pt x="39709964" y="18351643"/>
                  </a:lnTo>
                  <a:lnTo>
                    <a:pt x="40592406" y="18351643"/>
                  </a:lnTo>
                  <a:lnTo>
                    <a:pt x="40592406" y="17969316"/>
                  </a:lnTo>
                  <a:lnTo>
                    <a:pt x="41474851" y="17969316"/>
                  </a:lnTo>
                  <a:cubicBezTo>
                    <a:pt x="41474851" y="17778154"/>
                    <a:pt x="41474851" y="17395828"/>
                    <a:pt x="41474851" y="17204665"/>
                  </a:cubicBezTo>
                  <a:lnTo>
                    <a:pt x="42357294" y="17204665"/>
                  </a:lnTo>
                  <a:cubicBezTo>
                    <a:pt x="42357294" y="12108261"/>
                    <a:pt x="42357294" y="7008033"/>
                    <a:pt x="42357294" y="1911629"/>
                  </a:cubicBezTo>
                  <a:lnTo>
                    <a:pt x="41474851" y="1911629"/>
                  </a:lnTo>
                  <a:close/>
                </a:path>
              </a:pathLst>
            </a:custGeom>
          </p:spPr>
        </p:sp>
      </p:grpSp>
      <p:sp>
        <p:nvSpPr>
          <p:cNvPr name="TextBox 13" id="13"/>
          <p:cNvSpPr txBox="true"/>
          <p:nvPr/>
        </p:nvSpPr>
        <p:spPr>
          <a:xfrm rot="0">
            <a:off x="2845077" y="809590"/>
            <a:ext cx="12700615" cy="95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5"/>
              </a:lnSpc>
            </a:pPr>
            <a:r>
              <a:rPr lang="en-US" b="true" sz="765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VIDEO TUTORIAL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2535" y="5516465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9"/>
                </a:lnTo>
                <a:lnTo>
                  <a:pt x="0" y="6371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7169"/>
            <a:ext cx="771504" cy="1659663"/>
            <a:chOff x="0" y="0"/>
            <a:chExt cx="203194" cy="4371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194" cy="437113"/>
            </a:xfrm>
            <a:custGeom>
              <a:avLst/>
              <a:gdLst/>
              <a:ahLst/>
              <a:cxnLst/>
              <a:rect r="r" b="b" t="t" l="l"/>
              <a:pathLst>
                <a:path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 rotWithShape="true">
              <a:gsLst>
                <a:gs pos="0">
                  <a:srgbClr val="585858">
                    <a:alpha val="100000"/>
                  </a:srgbClr>
                </a:gs>
                <a:gs pos="100000">
                  <a:srgbClr val="080808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54007" y="628934"/>
            <a:ext cx="7374528" cy="73745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0" cap="sq">
              <a:gradFill>
                <a:gsLst>
                  <a:gs pos="0">
                    <a:srgbClr val="585858">
                      <a:alpha val="51000"/>
                    </a:srgbClr>
                  </a:gs>
                  <a:gs pos="100000">
                    <a:srgbClr val="080808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54007" y="1491615"/>
            <a:ext cx="7766685" cy="77666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>
                <a:alphaModFix amt="42000"/>
              </a:blip>
              <a:stretch>
                <a:fillRect l="0" t="-26335" r="0" b="-2633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true" flipV="false" rot="0">
            <a:off x="16758060" y="9362399"/>
            <a:ext cx="685327" cy="409950"/>
          </a:xfrm>
          <a:custGeom>
            <a:avLst/>
            <a:gdLst/>
            <a:ahLst/>
            <a:cxnLst/>
            <a:rect r="r" b="b" t="t" l="l"/>
            <a:pathLst>
              <a:path h="409950" w="685327">
                <a:moveTo>
                  <a:pt x="685327" y="0"/>
                </a:moveTo>
                <a:lnTo>
                  <a:pt x="0" y="0"/>
                </a:lnTo>
                <a:lnTo>
                  <a:pt x="0" y="409950"/>
                </a:lnTo>
                <a:lnTo>
                  <a:pt x="685327" y="409950"/>
                </a:lnTo>
                <a:lnTo>
                  <a:pt x="685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6636" y="9676030"/>
            <a:ext cx="448732" cy="33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3"/>
              </a:lnSpc>
              <a:spcBef>
                <a:spcPct val="0"/>
              </a:spcBef>
            </a:pPr>
            <a:r>
              <a:rPr lang="en-US" sz="189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9937" y="4087598"/>
            <a:ext cx="14188126" cy="203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8"/>
              </a:lnSpc>
              <a:spcBef>
                <a:spcPct val="0"/>
              </a:spcBef>
            </a:pPr>
            <a:r>
              <a:rPr lang="en-US" b="true" sz="1184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THANK YOU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915189" y="-1876582"/>
            <a:ext cx="6371069" cy="6371069"/>
          </a:xfrm>
          <a:custGeom>
            <a:avLst/>
            <a:gdLst/>
            <a:ahLst/>
            <a:cxnLst/>
            <a:rect r="r" b="b" t="t" l="l"/>
            <a:pathLst>
              <a:path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DAHVyTahgVw</dc:identifier>
  <dcterms:modified xsi:type="dcterms:W3CDTF">2011-08-01T06:04:30Z</dcterms:modified>
  <cp:revision>1</cp:revision>
  <dc:title>Black Futuristic Animated Programmer Presentation</dc:title>
</cp:coreProperties>
</file>